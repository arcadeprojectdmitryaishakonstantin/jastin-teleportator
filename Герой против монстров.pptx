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8" r:id="rId3"/>
    <p:sldId id="257" r:id="rId4"/>
    <p:sldId id="260" r:id="rId5"/>
    <p:sldId id="261" r:id="rId6"/>
    <p:sldId id="266" r:id="rId7"/>
    <p:sldId id="267" r:id="rId8"/>
    <p:sldId id="268" r:id="rId9"/>
    <p:sldId id="262" r:id="rId10"/>
    <p:sldId id="269" r:id="rId11"/>
    <p:sldId id="264" r:id="rId12"/>
    <p:sldId id="265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7854-9F33-4EFE-8B6C-37F151FE7E8B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D3D2A-55C2-42F7-87FE-D291E9201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6180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7854-9F33-4EFE-8B6C-37F151FE7E8B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D3D2A-55C2-42F7-87FE-D291E9201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5280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7854-9F33-4EFE-8B6C-37F151FE7E8B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D3D2A-55C2-42F7-87FE-D291E9201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5732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7854-9F33-4EFE-8B6C-37F151FE7E8B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D3D2A-55C2-42F7-87FE-D291E9201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3780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7854-9F33-4EFE-8B6C-37F151FE7E8B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D3D2A-55C2-42F7-87FE-D291E9201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4196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7854-9F33-4EFE-8B6C-37F151FE7E8B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D3D2A-55C2-42F7-87FE-D291E9201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690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7854-9F33-4EFE-8B6C-37F151FE7E8B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D3D2A-55C2-42F7-87FE-D291E9201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9887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7854-9F33-4EFE-8B6C-37F151FE7E8B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D3D2A-55C2-42F7-87FE-D291E9201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6314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7854-9F33-4EFE-8B6C-37F151FE7E8B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D3D2A-55C2-42F7-87FE-D291E9201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7042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7854-9F33-4EFE-8B6C-37F151FE7E8B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D3D2A-55C2-42F7-87FE-D291E9201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481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7854-9F33-4EFE-8B6C-37F151FE7E8B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D3D2A-55C2-42F7-87FE-D291E9201E68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57604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7854-9F33-4EFE-8B6C-37F151FE7E8B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D3D2A-55C2-42F7-87FE-D291E9201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9132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7854-9F33-4EFE-8B6C-37F151FE7E8B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D3D2A-55C2-42F7-87FE-D291E9201E68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99365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7854-9F33-4EFE-8B6C-37F151FE7E8B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D3D2A-55C2-42F7-87FE-D291E9201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77637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7854-9F33-4EFE-8B6C-37F151FE7E8B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D3D2A-55C2-42F7-87FE-D291E9201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91470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7854-9F33-4EFE-8B6C-37F151FE7E8B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D3D2A-55C2-42F7-87FE-D291E9201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7563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37854-9F33-4EFE-8B6C-37F151FE7E8B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3EED3D2A-55C2-42F7-87FE-D291E9201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7371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54331" y="1469570"/>
            <a:ext cx="8129874" cy="2268559"/>
          </a:xfrm>
        </p:spPr>
        <p:txBody>
          <a:bodyPr/>
          <a:lstStyle/>
          <a:p>
            <a:r>
              <a:rPr lang="ru-RU" dirty="0" smtClean="0"/>
              <a:t>Герой против монстров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69302" y="4872649"/>
            <a:ext cx="5357600" cy="1160213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Горохов Дмитрий </a:t>
            </a:r>
            <a:r>
              <a:rPr lang="ru-RU" dirty="0" smtClean="0"/>
              <a:t>Иванович</a:t>
            </a:r>
          </a:p>
          <a:p>
            <a:r>
              <a:rPr lang="ru-RU" dirty="0" smtClean="0"/>
              <a:t>Кошевой Константин Артемович</a:t>
            </a:r>
          </a:p>
          <a:p>
            <a:r>
              <a:rPr lang="ru-RU" dirty="0" err="1" smtClean="0"/>
              <a:t>Байдулова</a:t>
            </a:r>
            <a:r>
              <a:rPr lang="ru-RU" dirty="0" smtClean="0"/>
              <a:t> </a:t>
            </a:r>
            <a:r>
              <a:rPr lang="ru-RU" dirty="0" err="1" smtClean="0"/>
              <a:t>Аиша</a:t>
            </a:r>
            <a:r>
              <a:rPr lang="ru-RU" dirty="0" smtClean="0"/>
              <a:t> </a:t>
            </a:r>
            <a:r>
              <a:rPr lang="ru-RU" dirty="0" err="1" smtClean="0"/>
              <a:t>Фаризовна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7078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dirty="0" smtClean="0"/>
              <a:t>Идея игры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8693" y="1384664"/>
            <a:ext cx="10774437" cy="4946468"/>
          </a:xfrm>
        </p:spPr>
        <p:txBody>
          <a:bodyPr>
            <a:noAutofit/>
          </a:bodyPr>
          <a:lstStyle/>
          <a:p>
            <a:r>
              <a:rPr lang="ru-RU" sz="2000" dirty="0"/>
              <a:t>Герой нашей игры – </a:t>
            </a:r>
            <a:r>
              <a:rPr lang="ru-RU" sz="2000" dirty="0" err="1"/>
              <a:t>Джастин</a:t>
            </a:r>
            <a:r>
              <a:rPr lang="ru-RU" sz="2000" dirty="0"/>
              <a:t>, он жил в городе много лет. В один момент всё изменилось – </a:t>
            </a:r>
            <a:r>
              <a:rPr lang="ru-RU" sz="2000" dirty="0" err="1"/>
              <a:t>Джастин</a:t>
            </a:r>
            <a:r>
              <a:rPr lang="ru-RU" sz="2000" dirty="0"/>
              <a:t> вошёл в дверь кафе и перенёсся на остров, где стал учиться выживать в дикой природе, но навык плавания он так и не освоил. Спустя 10 дней на остров перенеслись с помощью луча телепортации различные «монстры» (пчёлы, слизни и лягушки), иммунитета к укусу которых у </a:t>
            </a:r>
            <a:r>
              <a:rPr lang="ru-RU" sz="2000" dirty="0" err="1"/>
              <a:t>Джастина</a:t>
            </a:r>
            <a:r>
              <a:rPr lang="ru-RU" sz="2000" dirty="0"/>
              <a:t> нет. </a:t>
            </a:r>
            <a:r>
              <a:rPr lang="ru-RU" sz="2000" dirty="0" err="1"/>
              <a:t>Джастин</a:t>
            </a:r>
            <a:r>
              <a:rPr lang="ru-RU" sz="2000" dirty="0"/>
              <a:t> долго думал, как поступить в данной ситуации и в одной из экспедиций по острову нашёл ту самую пушку-телепортатор, голубой луч которой переносит «монстров» обратно в их естественную среду обитания. Так </a:t>
            </a:r>
            <a:r>
              <a:rPr lang="ru-RU" sz="2000" dirty="0" err="1"/>
              <a:t>Джастин</a:t>
            </a:r>
            <a:r>
              <a:rPr lang="ru-RU" sz="2000" dirty="0"/>
              <a:t> спасает животных от гибели в джунглях и спасается сам. Перенестись в свой мир </a:t>
            </a:r>
            <a:r>
              <a:rPr lang="ru-RU" sz="2000" dirty="0" err="1"/>
              <a:t>Джастин</a:t>
            </a:r>
            <a:r>
              <a:rPr lang="ru-RU" sz="2000" dirty="0"/>
              <a:t> может с помощью достижения секретной двери, такой же, в которую он вошёл 10 дней назад. Как хорошо, что сегодня утром </a:t>
            </a:r>
            <a:r>
              <a:rPr lang="ru-RU" sz="2000" dirty="0" err="1"/>
              <a:t>Джастин</a:t>
            </a:r>
            <a:r>
              <a:rPr lang="ru-RU" sz="2000" dirty="0"/>
              <a:t> увидел и её вдалеке … Помоги </a:t>
            </a:r>
            <a:r>
              <a:rPr lang="ru-RU" sz="2000" dirty="0" err="1"/>
              <a:t>Джастину</a:t>
            </a:r>
            <a:r>
              <a:rPr lang="ru-RU" sz="2000" dirty="0"/>
              <a:t> </a:t>
            </a:r>
            <a:r>
              <a:rPr lang="ru-RU" sz="2000" dirty="0" smtClean="0"/>
              <a:t>отправиться </a:t>
            </a:r>
            <a:r>
              <a:rPr lang="ru-RU" sz="2000" dirty="0"/>
              <a:t>домой, пройдя все препятствия, а животным телепортироваться в их естественную среду обитания.</a:t>
            </a: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815488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 smtClean="0"/>
              <a:t>Задачи игры</a:t>
            </a:r>
            <a:br>
              <a:rPr lang="ru-RU" sz="4000" dirty="0" smtClean="0"/>
            </a:b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600" b="1" dirty="0"/>
              <a:t> Образовательные цели</a:t>
            </a:r>
          </a:p>
          <a:p>
            <a:r>
              <a:rPr lang="ru-RU" sz="3600" b="1" dirty="0"/>
              <a:t> Развлекательные цели</a:t>
            </a:r>
          </a:p>
          <a:p>
            <a:r>
              <a:rPr lang="ru-RU" sz="3600" b="1" dirty="0"/>
              <a:t> Технические задачи</a:t>
            </a:r>
          </a:p>
          <a:p>
            <a:r>
              <a:rPr lang="ru-RU" sz="3600" b="1" dirty="0"/>
              <a:t> Психологические аспекты</a:t>
            </a:r>
          </a:p>
          <a:p>
            <a:endParaRPr lang="ru-RU" sz="3600" dirty="0" smtClean="0"/>
          </a:p>
        </p:txBody>
      </p:sp>
    </p:spTree>
    <p:extLst>
      <p:ext uri="{BB962C8B-B14F-4D97-AF65-F5344CB8AC3E}">
        <p14:creationId xmlns:p14="http://schemas.microsoft.com/office/powerpoint/2010/main" val="1128290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1447" y="69669"/>
            <a:ext cx="8596668" cy="618308"/>
          </a:xfrm>
        </p:spPr>
        <p:txBody>
          <a:bodyPr>
            <a:noAutofit/>
          </a:bodyPr>
          <a:lstStyle/>
          <a:p>
            <a:r>
              <a:rPr lang="ru-RU" sz="4000" dirty="0" smtClean="0"/>
              <a:t>Структура игры</a:t>
            </a: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371447" y="1193074"/>
            <a:ext cx="4409560" cy="52077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Hero (</a:t>
            </a:r>
            <a:r>
              <a:rPr lang="en-US" dirty="0" err="1"/>
              <a:t>arcade.Sprite</a:t>
            </a:r>
            <a:r>
              <a:rPr lang="en-US" dirty="0"/>
              <a:t>) </a:t>
            </a:r>
            <a:r>
              <a:rPr lang="en-US" dirty="0" smtClean="0"/>
              <a:t>│</a:t>
            </a:r>
            <a:endParaRPr lang="ru-RU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├── </a:t>
            </a:r>
            <a:r>
              <a:rPr lang="ru-RU" dirty="0"/>
              <a:t>Параметры: здоровье, скорость, гравитация, прыжок │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├── </a:t>
            </a:r>
            <a:r>
              <a:rPr lang="ru-RU" dirty="0"/>
              <a:t>Методы: </a:t>
            </a:r>
            <a:r>
              <a:rPr lang="en-US" dirty="0" err="1"/>
              <a:t>update_animation</a:t>
            </a:r>
            <a:r>
              <a:rPr lang="en-US" dirty="0"/>
              <a:t>(), update(), </a:t>
            </a:r>
            <a:r>
              <a:rPr lang="en-US" dirty="0" err="1"/>
              <a:t>take_damage</a:t>
            </a:r>
            <a:r>
              <a:rPr lang="en-US" dirty="0"/>
              <a:t>() </a:t>
            </a:r>
            <a:endParaRPr lang="ru-RU" dirty="0" smtClean="0"/>
          </a:p>
          <a:p>
            <a:pPr marL="0" indent="0">
              <a:buNone/>
            </a:pPr>
            <a:r>
              <a:rPr lang="en-US" dirty="0" smtClean="0"/>
              <a:t>│ </a:t>
            </a:r>
            <a:r>
              <a:rPr lang="en-US" dirty="0"/>
              <a:t>└── </a:t>
            </a:r>
            <a:r>
              <a:rPr lang="ru-RU" dirty="0"/>
              <a:t>Особенности: система неуязвимости, анимация ходьбы/покоя </a:t>
            </a:r>
            <a:r>
              <a:rPr lang="ru-RU" dirty="0" smtClean="0"/>
              <a:t>│</a:t>
            </a:r>
          </a:p>
          <a:p>
            <a:pPr marL="0" indent="0">
              <a:buNone/>
            </a:pPr>
            <a:r>
              <a:rPr lang="ru-RU" dirty="0" err="1"/>
              <a:t>Bullet</a:t>
            </a:r>
            <a:r>
              <a:rPr lang="ru-RU" dirty="0"/>
              <a:t> (</a:t>
            </a:r>
            <a:r>
              <a:rPr lang="ru-RU" dirty="0" err="1"/>
              <a:t>arcade.Sprite</a:t>
            </a:r>
            <a:r>
              <a:rPr lang="ru-RU" dirty="0"/>
              <a:t>) </a:t>
            </a:r>
            <a:r>
              <a:rPr lang="ru-RU" dirty="0" smtClean="0"/>
              <a:t>│</a:t>
            </a:r>
          </a:p>
          <a:p>
            <a:pPr marL="0" indent="0">
              <a:buNone/>
            </a:pPr>
            <a:r>
              <a:rPr lang="ru-RU" dirty="0" smtClean="0"/>
              <a:t> </a:t>
            </a:r>
            <a:r>
              <a:rPr lang="ru-RU" dirty="0"/>
              <a:t>├── Параметры: урон, скорость, направление │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└── </a:t>
            </a:r>
            <a:r>
              <a:rPr lang="ru-RU" dirty="0"/>
              <a:t>Методы: </a:t>
            </a:r>
            <a:r>
              <a:rPr lang="ru-RU" dirty="0" err="1"/>
              <a:t>update</a:t>
            </a:r>
            <a:r>
              <a:rPr lang="ru-RU" dirty="0"/>
              <a:t>() - движение и удаление за границами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089970" y="1193075"/>
            <a:ext cx="4341413" cy="5207725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HealthPack</a:t>
            </a:r>
            <a:r>
              <a:rPr lang="en-US" dirty="0"/>
              <a:t> / </a:t>
            </a:r>
            <a:r>
              <a:rPr lang="en-US" dirty="0" err="1"/>
              <a:t>AmmoPack</a:t>
            </a:r>
            <a:r>
              <a:rPr lang="en-US" dirty="0"/>
              <a:t> (</a:t>
            </a:r>
            <a:r>
              <a:rPr lang="en-US" dirty="0" err="1"/>
              <a:t>arcade.Sprite</a:t>
            </a:r>
            <a:r>
              <a:rPr lang="en-US" dirty="0"/>
              <a:t>) │ </a:t>
            </a:r>
            <a:endParaRPr lang="ru-RU" dirty="0" smtClean="0"/>
          </a:p>
          <a:p>
            <a:pPr marL="0" indent="0">
              <a:buNone/>
            </a:pPr>
            <a:r>
              <a:rPr lang="en-US" dirty="0" smtClean="0"/>
              <a:t>├── </a:t>
            </a:r>
            <a:r>
              <a:rPr lang="ru-RU" dirty="0"/>
              <a:t>Параметры: лечение 25 </a:t>
            </a:r>
            <a:r>
              <a:rPr lang="en-US" dirty="0"/>
              <a:t>HP / +10 </a:t>
            </a:r>
            <a:r>
              <a:rPr lang="ru-RU" dirty="0"/>
              <a:t>патронов │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└── </a:t>
            </a:r>
            <a:r>
              <a:rPr lang="ru-RU" dirty="0"/>
              <a:t>Анимация: парение/вращение предметов │ </a:t>
            </a:r>
            <a:endParaRPr lang="ru-RU" dirty="0" smtClean="0"/>
          </a:p>
          <a:p>
            <a:r>
              <a:rPr lang="ru-RU" dirty="0" smtClean="0"/>
              <a:t>├── </a:t>
            </a:r>
            <a:r>
              <a:rPr lang="en-US" dirty="0" err="1"/>
              <a:t>FinishFlag</a:t>
            </a:r>
            <a:r>
              <a:rPr lang="en-US" dirty="0"/>
              <a:t> (</a:t>
            </a:r>
            <a:r>
              <a:rPr lang="en-US" dirty="0" err="1"/>
              <a:t>arcade.Sprite</a:t>
            </a:r>
            <a:r>
              <a:rPr lang="en-US" dirty="0"/>
              <a:t>) │ └── </a:t>
            </a:r>
            <a:r>
              <a:rPr lang="ru-RU" dirty="0"/>
              <a:t>Анимация: развевающийся </a:t>
            </a:r>
            <a:r>
              <a:rPr lang="ru-RU" dirty="0" smtClean="0"/>
              <a:t>флаг</a:t>
            </a:r>
          </a:p>
          <a:p>
            <a:r>
              <a:rPr lang="ru-RU" dirty="0" smtClean="0"/>
              <a:t>  </a:t>
            </a:r>
            <a:r>
              <a:rPr lang="ru-RU" dirty="0"/>
              <a:t>├── </a:t>
            </a:r>
            <a:r>
              <a:rPr lang="en-US" dirty="0"/>
              <a:t>Level2Game (</a:t>
            </a:r>
            <a:r>
              <a:rPr lang="en-US" dirty="0" err="1"/>
              <a:t>arcade.Window</a:t>
            </a:r>
            <a:r>
              <a:rPr lang="en-US" dirty="0"/>
              <a:t>) │ ├── </a:t>
            </a:r>
            <a:r>
              <a:rPr lang="ru-RU" dirty="0"/>
              <a:t>Компоненты: камеры, списки спрайтов, физический движок </a:t>
            </a:r>
            <a:r>
              <a:rPr lang="ru-RU" dirty="0" smtClean="0"/>
              <a:t>│</a:t>
            </a:r>
          </a:p>
          <a:p>
            <a:pPr marL="0" indent="0">
              <a:buNone/>
            </a:pPr>
            <a:r>
              <a:rPr lang="ru-RU" dirty="0" smtClean="0"/>
              <a:t> </a:t>
            </a:r>
            <a:r>
              <a:rPr lang="ru-RU" dirty="0"/>
              <a:t>├── Состояния: </a:t>
            </a:r>
            <a:r>
              <a:rPr lang="en-US" dirty="0"/>
              <a:t>PLAYING, GAME_OVER, VICTORY │ </a:t>
            </a:r>
            <a:endParaRPr lang="ru-RU" dirty="0" smtClean="0"/>
          </a:p>
          <a:p>
            <a:pPr marL="0" indent="0">
              <a:buNone/>
            </a:pPr>
            <a:r>
              <a:rPr lang="en-US" dirty="0" smtClean="0"/>
              <a:t>└── </a:t>
            </a:r>
            <a:r>
              <a:rPr lang="ru-RU" dirty="0"/>
              <a:t>Методы: </a:t>
            </a:r>
            <a:r>
              <a:rPr lang="en-US" dirty="0" err="1"/>
              <a:t>on_draw</a:t>
            </a:r>
            <a:r>
              <a:rPr lang="en-US" dirty="0"/>
              <a:t>(), </a:t>
            </a:r>
            <a:r>
              <a:rPr lang="en-US" dirty="0" err="1"/>
              <a:t>on_update</a:t>
            </a:r>
            <a:r>
              <a:rPr lang="en-US" dirty="0"/>
              <a:t>(), </a:t>
            </a:r>
            <a:r>
              <a:rPr lang="en-US" dirty="0" err="1"/>
              <a:t>on_mouse_press</a:t>
            </a:r>
            <a:r>
              <a:rPr lang="en-US" dirty="0"/>
              <a:t>() </a:t>
            </a:r>
            <a:r>
              <a:rPr lang="en-US" dirty="0" smtClean="0"/>
              <a:t>│</a:t>
            </a:r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529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7071" y="87086"/>
            <a:ext cx="8596668" cy="740228"/>
          </a:xfrm>
        </p:spPr>
        <p:txBody>
          <a:bodyPr>
            <a:normAutofit/>
          </a:bodyPr>
          <a:lstStyle/>
          <a:p>
            <a:r>
              <a:rPr lang="ru-RU" sz="4000" dirty="0" smtClean="0"/>
              <a:t>Использованные технологии</a:t>
            </a: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374469" y="1202646"/>
            <a:ext cx="8830491" cy="1941148"/>
          </a:xfrm>
        </p:spPr>
        <p:txBody>
          <a:bodyPr>
            <a:normAutofit fontScale="92500" lnSpcReduction="20000"/>
          </a:bodyPr>
          <a:lstStyle/>
          <a:p>
            <a:r>
              <a:rPr lang="ru-RU" sz="3600" dirty="0"/>
              <a:t>Основные библиотеки</a:t>
            </a:r>
          </a:p>
          <a:p>
            <a:pPr lvl="1"/>
            <a:r>
              <a:rPr lang="en-US" sz="3200" dirty="0"/>
              <a:t>Python 3.</a:t>
            </a:r>
            <a:endParaRPr lang="ru-RU" sz="3200" dirty="0"/>
          </a:p>
          <a:p>
            <a:pPr lvl="1"/>
            <a:r>
              <a:rPr lang="en-US" sz="3200" dirty="0"/>
              <a:t>Arcade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74469" y="3657600"/>
            <a:ext cx="8830491" cy="2383762"/>
          </a:xfrm>
        </p:spPr>
        <p:txBody>
          <a:bodyPr>
            <a:normAutofit fontScale="92500" lnSpcReduction="20000"/>
          </a:bodyPr>
          <a:lstStyle/>
          <a:p>
            <a:r>
              <a:rPr lang="ru-RU" sz="3600" dirty="0" smtClean="0"/>
              <a:t>Компоненты </a:t>
            </a:r>
            <a:r>
              <a:rPr lang="en-US" sz="3600" dirty="0" smtClean="0"/>
              <a:t>Arcade</a:t>
            </a:r>
          </a:p>
          <a:p>
            <a:pPr lvl="1"/>
            <a:r>
              <a:rPr lang="en-US" sz="3200" dirty="0"/>
              <a:t>from </a:t>
            </a:r>
            <a:r>
              <a:rPr lang="en-US" sz="3200" dirty="0" err="1"/>
              <a:t>arcade.camera</a:t>
            </a:r>
            <a:r>
              <a:rPr lang="en-US" sz="3200" dirty="0"/>
              <a:t> import Camera2D  # </a:t>
            </a:r>
            <a:r>
              <a:rPr lang="ru-RU" sz="3200" dirty="0"/>
              <a:t>Система камер</a:t>
            </a:r>
          </a:p>
          <a:p>
            <a:pPr lvl="1"/>
            <a:r>
              <a:rPr lang="en-US" sz="3200" dirty="0"/>
              <a:t>from arcade import *  # </a:t>
            </a:r>
            <a:r>
              <a:rPr lang="ru-RU" sz="3200" dirty="0"/>
              <a:t>Основные классы и функции</a:t>
            </a:r>
          </a:p>
        </p:txBody>
      </p:sp>
    </p:spTree>
    <p:extLst>
      <p:ext uri="{BB962C8B-B14F-4D97-AF65-F5344CB8AC3E}">
        <p14:creationId xmlns:p14="http://schemas.microsoft.com/office/powerpoint/2010/main" val="2385679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ownloads\2026-02-26_20-20-2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81" y="0"/>
            <a:ext cx="1212402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65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4373" y="0"/>
            <a:ext cx="122963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418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ownloads\photo_5260407212239165968_w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4527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8660" y="174171"/>
            <a:ext cx="8596668" cy="731520"/>
          </a:xfrm>
        </p:spPr>
        <p:txBody>
          <a:bodyPr>
            <a:noAutofit/>
          </a:bodyPr>
          <a:lstStyle/>
          <a:p>
            <a:r>
              <a:rPr lang="ru-RU" sz="4000" b="1" dirty="0"/>
              <a:t>Выводы по проекту</a:t>
            </a:r>
            <a:br>
              <a:rPr lang="ru-RU" sz="4000" b="1" dirty="0"/>
            </a:b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1871" y="1358537"/>
            <a:ext cx="8875342" cy="5373189"/>
          </a:xfrm>
        </p:spPr>
        <p:txBody>
          <a:bodyPr>
            <a:normAutofit fontScale="77500" lnSpcReduction="20000"/>
          </a:bodyPr>
          <a:lstStyle/>
          <a:p>
            <a:r>
              <a:rPr lang="ru-RU" sz="2800" b="1" dirty="0"/>
              <a:t>1. Достигнутые цели</a:t>
            </a:r>
          </a:p>
          <a:p>
            <a:pPr marL="0" indent="0">
              <a:buNone/>
            </a:pPr>
            <a:r>
              <a:rPr lang="ru-RU" sz="2000" dirty="0"/>
              <a:t>✅</a:t>
            </a:r>
            <a:r>
              <a:rPr lang="ru-RU" sz="2400" dirty="0"/>
              <a:t> </a:t>
            </a:r>
            <a:r>
              <a:rPr lang="ru-RU" sz="2800" b="1" dirty="0"/>
              <a:t>Создан полноценный 2D </a:t>
            </a:r>
            <a:r>
              <a:rPr lang="ru-RU" sz="2800" b="1" dirty="0" err="1"/>
              <a:t>платформер-шутер</a:t>
            </a:r>
            <a:r>
              <a:rPr lang="ru-RU" sz="2800" dirty="0"/>
              <a:t> с тремя уровнями сложности</a:t>
            </a:r>
            <a:br>
              <a:rPr lang="ru-RU" sz="2800" dirty="0"/>
            </a:br>
            <a:r>
              <a:rPr lang="ru-RU" sz="2800" dirty="0"/>
              <a:t>✅ </a:t>
            </a:r>
            <a:r>
              <a:rPr lang="ru-RU" sz="2800" b="1" dirty="0"/>
              <a:t>Реализована система управления</a:t>
            </a:r>
            <a:r>
              <a:rPr lang="ru-RU" sz="2800" dirty="0"/>
              <a:t> клавиатурой (движение, прыжок) и мышью (прицеливание, стрельба)</a:t>
            </a:r>
            <a:br>
              <a:rPr lang="ru-RU" sz="2800" dirty="0"/>
            </a:br>
            <a:r>
              <a:rPr lang="ru-RU" sz="2800" dirty="0"/>
              <a:t>✅ </a:t>
            </a:r>
            <a:r>
              <a:rPr lang="ru-RU" sz="2800" b="1" dirty="0"/>
              <a:t>Разработаны различные типы врагов</a:t>
            </a:r>
            <a:r>
              <a:rPr lang="ru-RU" sz="2800" dirty="0"/>
              <a:t> с уникальным ИИ (быстрые, летающие</a:t>
            </a:r>
            <a:r>
              <a:rPr lang="ru-RU" sz="2800" dirty="0" smtClean="0"/>
              <a:t>)</a:t>
            </a:r>
            <a:r>
              <a:rPr lang="ru-RU" sz="2800" dirty="0"/>
              <a:t/>
            </a:r>
            <a:br>
              <a:rPr lang="ru-RU" sz="2800" dirty="0"/>
            </a:br>
            <a:r>
              <a:rPr lang="ru-RU" sz="2800" dirty="0"/>
              <a:t>✅ </a:t>
            </a:r>
            <a:r>
              <a:rPr lang="ru-RU" sz="2800" b="1" dirty="0"/>
              <a:t>Создана адаптивная сложность</a:t>
            </a:r>
            <a:r>
              <a:rPr lang="ru-RU" sz="2800" dirty="0"/>
              <a:t> (волны монстров растут с каждыми 5 убийствами)</a:t>
            </a:r>
            <a:br>
              <a:rPr lang="ru-RU" sz="2800" dirty="0"/>
            </a:br>
            <a:r>
              <a:rPr lang="ru-RU" sz="2800" dirty="0"/>
              <a:t>✅ </a:t>
            </a:r>
            <a:r>
              <a:rPr lang="ru-RU" sz="2800" b="1" dirty="0"/>
              <a:t>Реализована физика</a:t>
            </a:r>
            <a:r>
              <a:rPr lang="ru-RU" sz="2800" dirty="0"/>
              <a:t> с гравитацией, прыжками и коллизиями</a:t>
            </a:r>
            <a:br>
              <a:rPr lang="ru-RU" sz="2800" dirty="0"/>
            </a:br>
            <a:r>
              <a:rPr lang="ru-RU" sz="2800" dirty="0"/>
              <a:t>✅ </a:t>
            </a:r>
            <a:r>
              <a:rPr lang="ru-RU" sz="2800" b="1" dirty="0"/>
              <a:t>Разработана система камер</a:t>
            </a:r>
            <a:r>
              <a:rPr lang="ru-RU" sz="2800" dirty="0"/>
              <a:t> с плавным следованием за игроком</a:t>
            </a:r>
            <a:br>
              <a:rPr lang="ru-RU" sz="2800" dirty="0"/>
            </a:br>
            <a:r>
              <a:rPr lang="ru-RU" sz="2800" dirty="0"/>
              <a:t>✅ </a:t>
            </a:r>
            <a:r>
              <a:rPr lang="ru-RU" sz="2800" b="1" dirty="0"/>
              <a:t>Создано меню</a:t>
            </a:r>
            <a:r>
              <a:rPr lang="ru-RU" sz="2800" dirty="0"/>
              <a:t> с выбором уровней и визуальными эффектами</a:t>
            </a:r>
            <a:br>
              <a:rPr lang="ru-RU" sz="2800" dirty="0"/>
            </a:br>
            <a:r>
              <a:rPr lang="ru-RU" sz="2800" dirty="0"/>
              <a:t>✅ </a:t>
            </a:r>
            <a:r>
              <a:rPr lang="ru-RU" sz="2800" b="1" dirty="0"/>
              <a:t>Добавлены экраны поражения и победы</a:t>
            </a:r>
            <a:r>
              <a:rPr lang="ru-RU" sz="2800" dirty="0"/>
              <a:t> с детальной статистикой</a:t>
            </a:r>
            <a:br>
              <a:rPr lang="ru-RU" sz="2800" dirty="0"/>
            </a:br>
            <a:r>
              <a:rPr lang="ru-RU" sz="2800" dirty="0"/>
              <a:t>✅ </a:t>
            </a:r>
            <a:r>
              <a:rPr lang="ru-RU" sz="2800" b="1" dirty="0"/>
              <a:t>Интегрированы звуковые эффекты</a:t>
            </a:r>
            <a:r>
              <a:rPr lang="ru-RU" sz="2800" dirty="0"/>
              <a:t> для улучшения игрового опыта</a:t>
            </a:r>
          </a:p>
        </p:txBody>
      </p:sp>
    </p:spTree>
    <p:extLst>
      <p:ext uri="{BB962C8B-B14F-4D97-AF65-F5344CB8AC3E}">
        <p14:creationId xmlns:p14="http://schemas.microsoft.com/office/powerpoint/2010/main" val="4040624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Добавлена блокировка уровней, пока не пройден предыдущий</a:t>
            </a:r>
            <a:endParaRPr lang="ru-RU" sz="28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387" y="904240"/>
            <a:ext cx="7495103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670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2</a:t>
            </a:r>
            <a:r>
              <a:rPr lang="ru-RU" sz="4000" dirty="0"/>
              <a:t>. Возможности для доработки и развития.</a:t>
            </a:r>
            <a:br>
              <a:rPr lang="ru-RU" sz="4000" dirty="0"/>
            </a:b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35429" y="2020389"/>
            <a:ext cx="9849394" cy="4020973"/>
          </a:xfrm>
        </p:spPr>
        <p:txBody>
          <a:bodyPr>
            <a:normAutofit/>
          </a:bodyPr>
          <a:lstStyle/>
          <a:p>
            <a:r>
              <a:rPr lang="ru-RU" sz="2800" dirty="0"/>
              <a:t>Проект может быть расширен для учебных целей: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lang="ru-RU" sz="2400" dirty="0"/>
              <a:t>📚 </a:t>
            </a:r>
            <a:r>
              <a:rPr lang="ru-RU" sz="2400" b="1" dirty="0"/>
              <a:t>Для начинающих</a:t>
            </a:r>
            <a:r>
              <a:rPr lang="ru-RU" sz="2400" dirty="0"/>
              <a:t> - простые модификации (цвета, скорость)</a:t>
            </a:r>
            <a:br>
              <a:rPr lang="ru-RU" sz="2400" dirty="0"/>
            </a:br>
            <a:r>
              <a:rPr lang="ru-RU" sz="2400" dirty="0"/>
              <a:t>	📚 </a:t>
            </a:r>
            <a:r>
              <a:rPr lang="ru-RU" sz="2400" b="1" dirty="0"/>
              <a:t>Для среднего уровня</a:t>
            </a:r>
            <a:r>
              <a:rPr lang="ru-RU" sz="2400" dirty="0"/>
              <a:t> - добавление новых врагов, оружия</a:t>
            </a:r>
            <a:br>
              <a:rPr lang="ru-RU" sz="2400" dirty="0"/>
            </a:br>
            <a:r>
              <a:rPr lang="ru-RU" sz="2400" dirty="0"/>
              <a:t>	📚 </a:t>
            </a:r>
            <a:r>
              <a:rPr lang="ru-RU" sz="2400" b="1" dirty="0"/>
              <a:t>Для продвинутых</a:t>
            </a:r>
            <a:r>
              <a:rPr lang="ru-RU" sz="2400" dirty="0"/>
              <a:t> - создание новых режимов, физических эффектов</a:t>
            </a:r>
            <a:br>
              <a:rPr lang="ru-RU" sz="2400" dirty="0"/>
            </a:br>
            <a:r>
              <a:rPr lang="ru-RU" sz="2400" dirty="0"/>
              <a:t>	📚 </a:t>
            </a:r>
            <a:r>
              <a:rPr lang="ru-RU" sz="2400" b="1" dirty="0"/>
              <a:t>Для </a:t>
            </a:r>
            <a:r>
              <a:rPr lang="ru-RU" sz="2400" b="1" dirty="0" smtClean="0"/>
              <a:t>командной </a:t>
            </a:r>
            <a:r>
              <a:rPr lang="ru-RU" sz="2400" b="1" dirty="0"/>
              <a:t>работы</a:t>
            </a:r>
            <a:r>
              <a:rPr lang="ru-RU" sz="2400" dirty="0"/>
              <a:t> - распределение задач между студентами</a:t>
            </a:r>
          </a:p>
          <a:p>
            <a:pPr marL="0" inden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805210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98957" y="2255520"/>
            <a:ext cx="8596668" cy="1320800"/>
          </a:xfrm>
        </p:spPr>
        <p:txBody>
          <a:bodyPr/>
          <a:lstStyle/>
          <a:p>
            <a:r>
              <a:rPr lang="ru-RU" dirty="0" smtClean="0"/>
              <a:t>				</a:t>
            </a:r>
            <a:r>
              <a:rPr lang="ru-RU" sz="4000" dirty="0" smtClean="0"/>
              <a:t>Спасибо за внимание!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23736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Аспект">
  <a:themeElements>
    <a:clrScheme name="Индикатор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111</TotalTime>
  <Words>383</Words>
  <Application>Microsoft Office PowerPoint</Application>
  <PresentationFormat>Широкоэкранный</PresentationFormat>
  <Paragraphs>41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Аспект</vt:lpstr>
      <vt:lpstr>Герой против монстров</vt:lpstr>
      <vt:lpstr>Идея игры </vt:lpstr>
      <vt:lpstr>Задачи игры </vt:lpstr>
      <vt:lpstr>Структура игры</vt:lpstr>
      <vt:lpstr>Использованные технологии</vt:lpstr>
      <vt:lpstr>Презентация PowerPoint</vt:lpstr>
      <vt:lpstr>Презентация PowerPoint</vt:lpstr>
      <vt:lpstr>Презентация PowerPoint</vt:lpstr>
      <vt:lpstr>Выводы по проекту </vt:lpstr>
      <vt:lpstr>Презентация PowerPoint</vt:lpstr>
      <vt:lpstr>2. Возможности для доработки и развития. </vt:lpstr>
      <vt:lpstr>    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Герой против монстров</dc:title>
  <dc:creator>User</dc:creator>
  <cp:lastModifiedBy>User</cp:lastModifiedBy>
  <cp:revision>10</cp:revision>
  <dcterms:created xsi:type="dcterms:W3CDTF">2026-02-26T12:30:00Z</dcterms:created>
  <dcterms:modified xsi:type="dcterms:W3CDTF">2026-03-10T18:24:57Z</dcterms:modified>
</cp:coreProperties>
</file>